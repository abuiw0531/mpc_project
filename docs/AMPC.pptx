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5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3T03:34:00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424 95 24575,'3373'0'0,"-3183"-10"0,6 0 0,2869 11 0,-2801-11 0,3 1 0,99 0 0,11 0 0,1493 9 0,-1433-9 0,21-1 0,462-3 0,-1 7 0,-528 8 0,9359-2 0,-9188 9 0,38 0 0,-171-9 0,-428 0 0,1 0 0,0 0 0,0 0 0,0 0 0,-1 0 0,1 0 0,0 1 0,0-1 0,-1 0 0,1 1 0,0 0 0,-1-1 0,1 1 0,0 0 0,-1 0 0,1 0 0,-1 0 0,0 0 0,1 0 0,-1 0 0,0 1 0,0-1 0,1 0 0,-1 1 0,1 2 0,0 1 0,0 1 0,-1-1 0,0 0 0,0 1 0,0-1 0,-1 1 0,0 7 0,11 215 0,11-1 0,52 233 0,-51-307 0,7 36 0,80 239 0,-85-327 0,-6 1 0,-3 1 0,2 148 0,-1 127 0,-15-227 0,-33 275 0,-53 178 0,31-261 0,52-339 0,0-1 0,0 1 0,0-1 0,-1 1 0,1-1 0,-1 0 0,0 1 0,0-1 0,-1 0 0,1 0 0,0 0 0,-1-1 0,0 1 0,1-1 0,-1 1 0,0-1 0,0 0 0,-1 0 0,1 0 0,0 0 0,-1-1 0,1 0 0,-1 1 0,1-1 0,-1 0 0,-5 0 0,-12 3 0,1-2 0,-1 0 0,-34-2 0,31-1 0,-33 0 0,27 0 0,1 0 0,0 3 0,-1 0 0,-30 7 0,37-5 0,-1-1 0,1-1 0,-40-2 0,34 0 0,-53 5 0,-169 26 0,196-25 0,-63 16 0,-28 4 0,94-17 0,0 2 0,1 3 0,-49 20 0,-6 1 0,-73 10 0,-208 26 0,62-15 0,-457 63 0,409-71 0,34-3 0,74-8 0,125-16 0,-170 6 0,2-19 0,-85 2 0,246-10 0,-591 10 0,158-4 0,154-4 0,173 6 0,-81 2 0,-184-12 0,-289 4 0,-116 77 0,602-48 0,-21 3 0,-162 18 0,112-13 0,-151-3 0,-4-31 0,233-4 0,-540 17 0,-122 37 0,487-7 0,-34 2 0,165-36 0,49-5 0,-320 72 0,564-72 0,-70 0 0,83-6 0,-30 5 0,-22 0 0,-145 1 0,-54 1 0,-161 20 0,177-5 0,192-19 0,-196 7 0,142-15 0,-167 4 0,232 6 0,45-3 0,-40 0 0,50-4 0,-38 7 0,37-3 0,-34-1 0,9-2 0,-67 10 0,5 3 0,67-5 0,-1-2 0,-65 1 0,-104-9 0,94-2 0,105 4 0,-42 6 0,-15 2 0,-569-8 0,316-4 0,234 1 0,-106 2 0,121 8 0,-23 1 0,-1230-11 0,1225-9 0,73 6 0,-39-1 0,59 4 0,0-1 0,-26-6 0,-8 0 0,20 3 0,-1-1 0,1-2 0,0-1 0,0-1 0,1-2 0,0 0 0,-50-32 0,43 18 0,2-1 0,0-2 0,2-1 0,2-2 0,0-2 0,3 0 0,-47-72 0,65 88 0,0-1 0,2 1 0,0-2 0,1 1 0,-8-34 0,6 4 0,-4-57 0,6 39 0,-4-61 0,12-1565 0,0 1672 0,8-41 0,-6 40 0,3-39 0,-4 31 0,1-1 0,12-49 0,-2 15 0,-10 43 0,4-18 0,1-1 0,14-39 0,-15 53 0,10-51 0,-12 50 0,14-50 0,-6 42 0,0 2 0,-2 0 0,-1 0 0,8-58 0,-14 65 0,2 1 0,11-35 0,-2 12 0,11-34 0,-17 60 0,-1-1 0,-1 0 0,-2-1 0,0 1 0,1-28 0,-2 7 0,1 1 0,14-51 0,-10 53 0,-1 0 0,3-71 0,38-431 0,-47 530 0,1-4 0,17-168 0,-12 113 0,-3 35 0,0-37 0,-4 53 0,2 1 0,0-1 0,11-37 0,15-77 0,-26 120-1365,-2 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14AF90-1D02-5212-3002-E26A551A3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03379CF-55DC-1794-A429-E19A1BF6C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FD1F45-80D3-48B5-0CF6-2198756B1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2B1141-BC52-0090-086C-400C1D27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AC9DDC-D161-F440-E15B-F5D6DD7F6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966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0D1ACD-E705-5C46-9F2F-6F031D28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8C99B0-D543-2076-3FF8-181123CBC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519693-DA8D-64E5-73D7-C50E757F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80767D-2893-D347-BCA6-84EA37349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677218-ECAD-A0AE-E625-034D0501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288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8F428D-6C4C-32AB-1A29-05DF7CFF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58F0B2-DEB7-792C-9DFE-360461ADA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14DBA1-3517-41D9-633C-E3C9D14C9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620639-09E1-2C16-DD26-D2CE319E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3C3E4E-6BAC-37E4-8A19-669497E2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169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DA750A-F513-5848-E8DD-0044070E3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0E37EB-3A6E-4DA8-9824-6444B71B4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0986DC-05C3-9C17-8B31-E6087DA85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D148F6-00E2-B218-EC09-96763F042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117F1E-A6EA-5651-7CDF-E880BE0D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6ADCC6-EE1D-0DAB-3EDD-BB3311F1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17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5EE3B7-2A9F-3206-3D5D-74286246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E24DB7-DF85-E880-C28D-256F8F923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5B9AC9-7664-A1A5-AB4F-E7EF706A2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18197E1-F0D3-8303-6563-847159D82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734C968-0059-F05F-522F-050528485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8A751E0-B8C0-C9AA-8CC0-6FADDB4B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0C41C96-9658-1531-24F5-2A0585C56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3F4AFF9-6A92-19D0-946B-9532273B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894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174703-6926-3224-8974-E1354E9F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4119C8D-1744-355E-D130-518312901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DD89873-E965-3326-E55B-9E0CCF40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2493F73-B9E1-4FA7-A4DD-F32DEFF66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356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7B3C669-4006-1640-5162-092E85B3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6B25391-61FA-AAFE-0007-EE6D7C61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5EEE51-A507-FA0E-C21F-1471773B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599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5DB9CC-BA55-9D08-3D8B-BCA9D74D0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F5D80-C771-30F0-F8CD-58DBC3EFD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6ED2879-99C5-C07D-AF86-630E04EC0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FD0D61-ACDA-05DF-F4D3-78D871A8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F4E179-6ED1-ACD5-8AC4-F5BACDC31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C57CBF7-E408-6B93-9077-A9FA0409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986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1EF28A-37CB-2C71-2D98-45C60EB43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62582A2-77AE-2729-3D9B-7F2F7C3C62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9D4421-4D7B-C1A4-2388-79A15FFFB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4B1498-9FED-4DD1-1790-53DFEABE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F7842A-C3F2-7C1C-51EE-29FF13787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92DDB19-D1B6-31E2-68D0-8A2E5ECF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612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724AD5-B790-42B4-32F3-6FC9F0A2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20C5D9A-DF60-53C9-C55A-236CE8C25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844EE6-8F64-A40B-71A5-09E43F64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57C55A-19E2-8E0B-73B2-9614ABF5E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28ED77-BF5D-1B8E-C99B-D29C1055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825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DE8B3FC-ED0F-A8EF-4D85-AC085AD81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1FD9031-1D00-18A2-FBFB-994071389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798F82-86A6-4B7C-E3CC-D5795A82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0E80A2-5C69-0C7B-4FE5-88897EC62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BC91D4-54E5-880A-FD2E-6CB2D79AD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867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F034F07-BE67-650F-71FB-7F188042C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63C251B-7861-28EE-C7DC-8E3167E25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1FA56F-0D36-7D61-26B1-D05507927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9E4974-375E-013F-0C23-528C7BE56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9067DF-1569-6861-CE7B-065C62EF2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7721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E139E1-03FC-11B6-D49C-1222D2950F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AMPC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7F008F4-AAE8-05F1-4CEC-A4E9518513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480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38812B4-8D98-EB04-6413-5EE29C1C1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538" y="414160"/>
            <a:ext cx="5115639" cy="1276528"/>
          </a:xfr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E723EA5-C13E-0691-C8C2-689D03018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38" y="1780648"/>
            <a:ext cx="5687219" cy="458216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55A0E16-D6B8-5E0F-B11D-9A4A47C45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256" y="3042886"/>
            <a:ext cx="3762900" cy="10288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FDE2FD93-E675-696D-6B34-EF129010CCCF}"/>
                  </a:ext>
                </a:extLst>
              </p14:cNvPr>
              <p14:cNvContentPartPr/>
              <p14:nvPr/>
            </p14:nvContentPartPr>
            <p14:xfrm>
              <a:off x="437077" y="2782049"/>
              <a:ext cx="9099000" cy="210852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FDE2FD93-E675-696D-6B34-EF129010CC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0957" y="2775929"/>
                <a:ext cx="9111240" cy="212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958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0A505B3-DD82-EC14-A291-660EB55C6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714" y="122720"/>
            <a:ext cx="3896530" cy="3852932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0CB50B1-D98E-5C39-C984-61899B6C43F1}"/>
              </a:ext>
            </a:extLst>
          </p:cNvPr>
          <p:cNvSpPr txBox="1"/>
          <p:nvPr/>
        </p:nvSpPr>
        <p:spPr>
          <a:xfrm>
            <a:off x="155714" y="4134678"/>
            <a:ext cx="141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連續轉離散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BF47780-C01F-02FE-4A73-C146F9F37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898" y="743814"/>
            <a:ext cx="3079336" cy="456986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F3E80659-5623-E5A6-D19C-EC520BAC5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775" y="1381758"/>
            <a:ext cx="3891478" cy="456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73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0B2ABB-D17F-5EAF-ABD1-CE9783A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189EA8E-433E-DBA1-DBFF-291AA2068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3079" y="1825625"/>
            <a:ext cx="9385841" cy="4351338"/>
          </a:xfrm>
        </p:spPr>
      </p:pic>
    </p:spTree>
    <p:extLst>
      <p:ext uri="{BB962C8B-B14F-4D97-AF65-F5344CB8AC3E}">
        <p14:creationId xmlns:p14="http://schemas.microsoft.com/office/powerpoint/2010/main" val="3045336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0A3DB-B40F-BEE0-978F-8BB547006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F8A414C3-0723-8935-C230-0CBC7BA3A1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26912"/>
            <a:ext cx="5926912" cy="3333888"/>
          </a:xfr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6335B37-7551-3695-B080-46DB96B33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172" y="1516380"/>
            <a:ext cx="5378027" cy="302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105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104631E-2BF5-1889-6C69-51CCE3673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431" y="2523052"/>
            <a:ext cx="10516511" cy="132294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3B3BC13-E12F-0819-45F4-D595E36EC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2767526"/>
            <a:ext cx="10516511" cy="132294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77EF9E5-AC00-AB85-AD00-6B3B9A2FE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40" y="394285"/>
            <a:ext cx="6426759" cy="605097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3307EBC-FD1F-7FB9-1984-7CAAB0BC1A6C}"/>
              </a:ext>
            </a:extLst>
          </p:cNvPr>
          <p:cNvSpPr txBox="1"/>
          <p:nvPr/>
        </p:nvSpPr>
        <p:spPr>
          <a:xfrm>
            <a:off x="6913412" y="890963"/>
            <a:ext cx="40301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ismd</a:t>
            </a:r>
            <a:r>
              <a:rPr lang="zh-TW" altLang="en-US" sz="1400" dirty="0"/>
              <a:t>：如果 </a:t>
            </a:r>
            <a:r>
              <a:rPr lang="en-US" altLang="zh-TW" sz="1400" dirty="0"/>
              <a:t>type </a:t>
            </a:r>
            <a:r>
              <a:rPr lang="zh-TW" altLang="en-US" sz="1400" dirty="0"/>
              <a:t>為 </a:t>
            </a:r>
            <a:r>
              <a:rPr lang="en-US" altLang="zh-TW" sz="1400" dirty="0"/>
              <a:t>'md'</a:t>
            </a:r>
            <a:r>
              <a:rPr lang="zh-TW" altLang="en-US" sz="1400" dirty="0"/>
              <a:t>，則 </a:t>
            </a:r>
            <a:r>
              <a:rPr lang="en-US" altLang="zh-TW" sz="1400" dirty="0" err="1"/>
              <a:t>ismd</a:t>
            </a:r>
            <a:r>
              <a:rPr lang="en-US" altLang="zh-TW" sz="1400" dirty="0"/>
              <a:t> </a:t>
            </a:r>
            <a:r>
              <a:rPr lang="zh-TW" altLang="en-US" sz="1400" dirty="0"/>
              <a:t>為 </a:t>
            </a:r>
            <a:r>
              <a:rPr lang="en-US" altLang="zh-TW" sz="1400" dirty="0"/>
              <a:t>1</a:t>
            </a:r>
            <a:r>
              <a:rPr lang="zh-TW" altLang="en-US" sz="1400" dirty="0"/>
              <a:t>，否則為 </a:t>
            </a:r>
            <a:r>
              <a:rPr lang="en-US" altLang="zh-TW" sz="1400" dirty="0"/>
              <a:t>0</a:t>
            </a:r>
            <a:r>
              <a:rPr lang="zh-TW" altLang="en-US" sz="1400" dirty="0"/>
              <a:t>。</a:t>
            </a:r>
            <a:endParaRPr lang="en-US" altLang="zh-TW" sz="1400" dirty="0"/>
          </a:p>
          <a:p>
            <a:r>
              <a:rPr lang="en-US" altLang="zh-TW" sz="1400" dirty="0" err="1"/>
              <a:t>isref</a:t>
            </a:r>
            <a:r>
              <a:rPr lang="zh-TW" altLang="en-US" sz="1400" dirty="0"/>
              <a:t>：如果 </a:t>
            </a:r>
            <a:r>
              <a:rPr lang="en-US" altLang="zh-TW" sz="1400" dirty="0"/>
              <a:t>type </a:t>
            </a:r>
            <a:r>
              <a:rPr lang="zh-TW" altLang="en-US" sz="1400" dirty="0"/>
              <a:t>為 </a:t>
            </a:r>
            <a:r>
              <a:rPr lang="en-US" altLang="zh-TW" sz="1400" dirty="0"/>
              <a:t>'ref'</a:t>
            </a:r>
            <a:r>
              <a:rPr lang="zh-TW" altLang="en-US" sz="1400" dirty="0"/>
              <a:t>，則 </a:t>
            </a:r>
            <a:r>
              <a:rPr lang="en-US" altLang="zh-TW" sz="1400" dirty="0" err="1"/>
              <a:t>isref</a:t>
            </a:r>
            <a:r>
              <a:rPr lang="en-US" altLang="zh-TW" sz="1400" dirty="0"/>
              <a:t> </a:t>
            </a:r>
            <a:r>
              <a:rPr lang="zh-TW" altLang="en-US" sz="1400" dirty="0"/>
              <a:t>為 </a:t>
            </a:r>
            <a:r>
              <a:rPr lang="en-US" altLang="zh-TW" sz="1400" dirty="0"/>
              <a:t>1</a:t>
            </a:r>
            <a:r>
              <a:rPr lang="zh-TW" altLang="en-US" sz="1400" dirty="0"/>
              <a:t>，否則為 </a:t>
            </a:r>
            <a:r>
              <a:rPr lang="en-US" altLang="zh-TW" sz="1400" dirty="0"/>
              <a:t>0</a:t>
            </a:r>
            <a:r>
              <a:rPr lang="zh-TW" altLang="en-US" sz="1400" dirty="0"/>
              <a:t>。</a:t>
            </a:r>
            <a:endParaRPr lang="en-US" altLang="zh-TW" sz="1400" dirty="0"/>
          </a:p>
          <a:p>
            <a:r>
              <a:rPr lang="en-US" altLang="zh-TW" sz="1400" dirty="0"/>
              <a:t>seq</a:t>
            </a:r>
            <a:r>
              <a:rPr lang="zh-TW" altLang="en-US" sz="1400" dirty="0"/>
              <a:t>：初始化預覽序列矩陣，大小為 </a:t>
            </a:r>
            <a:r>
              <a:rPr lang="en-US" altLang="zh-TW" sz="1400" dirty="0"/>
              <a:t>[steps + </a:t>
            </a:r>
            <a:r>
              <a:rPr lang="en-US" altLang="zh-TW" sz="1400" dirty="0" err="1"/>
              <a:t>ismd</a:t>
            </a:r>
            <a:r>
              <a:rPr lang="en-US" altLang="zh-TW" sz="1400" dirty="0"/>
              <a:t>, data </a:t>
            </a:r>
            <a:r>
              <a:rPr lang="zh-TW" altLang="en-US" sz="1400" dirty="0"/>
              <a:t>的列數</a:t>
            </a:r>
            <a:r>
              <a:rPr lang="en-US" altLang="zh-TW" sz="1400" dirty="0"/>
              <a:t>]</a:t>
            </a:r>
            <a:r>
              <a:rPr lang="zh-TW" altLang="en-US" sz="1400" dirty="0"/>
              <a:t>。</a:t>
            </a:r>
            <a:endParaRPr lang="en-US" altLang="zh-TW" sz="1400" dirty="0"/>
          </a:p>
          <a:p>
            <a:r>
              <a:rPr lang="en-US" altLang="zh-TW" sz="1400" dirty="0"/>
              <a:t>N</a:t>
            </a:r>
            <a:r>
              <a:rPr lang="zh-TW" altLang="en-US" sz="1400" dirty="0"/>
              <a:t>：</a:t>
            </a:r>
            <a:r>
              <a:rPr lang="en-US" altLang="zh-TW" sz="1400" dirty="0"/>
              <a:t>data </a:t>
            </a:r>
            <a:r>
              <a:rPr lang="zh-TW" altLang="en-US" sz="1400" dirty="0"/>
              <a:t>矩陣的行數。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3A8BB09-D106-21DC-6596-FE3B7F2A9046}"/>
              </a:ext>
            </a:extLst>
          </p:cNvPr>
          <p:cNvSpPr txBox="1"/>
          <p:nvPr/>
        </p:nvSpPr>
        <p:spPr>
          <a:xfrm>
            <a:off x="6990080" y="2275840"/>
            <a:ext cx="4139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/>
              <a:t>迴圈：序列</a:t>
            </a:r>
            <a:r>
              <a:rPr lang="en-US" altLang="zh-TW" sz="1400" dirty="0"/>
              <a:t>=data(t+</a:t>
            </a:r>
            <a:r>
              <a:rPr lang="zh-TW" altLang="en-US" sz="1400" dirty="0"/>
              <a:t>預覽的步數</a:t>
            </a:r>
            <a:r>
              <a:rPr lang="en-US" altLang="zh-TW" sz="1400" dirty="0"/>
              <a:t>+</a:t>
            </a:r>
            <a:r>
              <a:rPr lang="zh-TW" altLang="en-US" sz="1400" dirty="0"/>
              <a:t>判別參數的值</a:t>
            </a:r>
            <a:r>
              <a:rPr lang="en-US" altLang="zh-TW" sz="1400" dirty="0"/>
              <a:t>)</a:t>
            </a:r>
            <a:r>
              <a:rPr lang="zh-TW" altLang="en-US" sz="1400" dirty="0"/>
              <a:t>，</a:t>
            </a:r>
            <a:r>
              <a:rPr lang="en-US" altLang="zh-TW" sz="1400" dirty="0"/>
              <a:t>data</a:t>
            </a:r>
            <a:r>
              <a:rPr lang="zh-TW" altLang="en-US" sz="1400" dirty="0"/>
              <a:t>跑完就用最後一列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08414CD9-5DFE-68E5-5580-E28B945BB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9172" y="2799060"/>
            <a:ext cx="3934374" cy="169568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846D37B1-55DE-8D45-C086-B8DBF150133B}"/>
              </a:ext>
            </a:extLst>
          </p:cNvPr>
          <p:cNvSpPr txBox="1"/>
          <p:nvPr/>
        </p:nvSpPr>
        <p:spPr>
          <a:xfrm>
            <a:off x="6990080" y="4761653"/>
            <a:ext cx="3953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First</a:t>
            </a:r>
            <a:r>
              <a:rPr lang="zh-TW" altLang="en-US" sz="1400" dirty="0"/>
              <a:t>：初始狀態，下一個時間則用上一個時間輸出的狀態</a:t>
            </a:r>
          </a:p>
        </p:txBody>
      </p:sp>
    </p:spTree>
    <p:extLst>
      <p:ext uri="{BB962C8B-B14F-4D97-AF65-F5344CB8AC3E}">
        <p14:creationId xmlns:p14="http://schemas.microsoft.com/office/powerpoint/2010/main" val="3388815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C8D086-8053-E8E5-44A0-4C9E3CF03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06EB39A-0FE4-1D69-865A-F28513F42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038" y="-123475"/>
            <a:ext cx="10461549" cy="6327614"/>
          </a:xfrm>
        </p:spPr>
      </p:pic>
    </p:spTree>
    <p:extLst>
      <p:ext uri="{BB962C8B-B14F-4D97-AF65-F5344CB8AC3E}">
        <p14:creationId xmlns:p14="http://schemas.microsoft.com/office/powerpoint/2010/main" val="3826142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4B87C-B09B-6EF6-0FE8-0C85E044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A934BB5-56D8-9863-79B0-8B0D825A2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037" y="365125"/>
            <a:ext cx="10483262" cy="5452216"/>
          </a:xfrm>
        </p:spPr>
      </p:pic>
    </p:spTree>
    <p:extLst>
      <p:ext uri="{BB962C8B-B14F-4D97-AF65-F5344CB8AC3E}">
        <p14:creationId xmlns:p14="http://schemas.microsoft.com/office/powerpoint/2010/main" val="3679095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A3556D-6A0B-8693-73CD-2B87B063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CD7F18F-3447-FC72-2D3F-4E5A8C1E1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782" y="220345"/>
            <a:ext cx="8708791" cy="5830908"/>
          </a:xfrm>
        </p:spPr>
      </p:pic>
    </p:spTree>
    <p:extLst>
      <p:ext uri="{BB962C8B-B14F-4D97-AF65-F5344CB8AC3E}">
        <p14:creationId xmlns:p14="http://schemas.microsoft.com/office/powerpoint/2010/main" val="3816594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2039</TotalTime>
  <Words>111</Words>
  <Application>Microsoft Office PowerPoint</Application>
  <PresentationFormat>寬螢幕</PresentationFormat>
  <Paragraphs>8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佈景主題</vt:lpstr>
      <vt:lpstr>AMPC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AMPC</dc:title>
  <dc:creator>邱茂棠</dc:creator>
  <cp:lastModifiedBy>邱茂棠</cp:lastModifiedBy>
  <cp:revision>3</cp:revision>
  <dcterms:created xsi:type="dcterms:W3CDTF">2024-05-23T03:24:47Z</dcterms:created>
  <dcterms:modified xsi:type="dcterms:W3CDTF">2024-08-08T02:15:57Z</dcterms:modified>
</cp:coreProperties>
</file>